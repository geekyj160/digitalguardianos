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black box. GuardianOS is a personal safety and evidence OS — not another SOS button. Tagline: Stay protected. Preserve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moment: late meetings, first dates, rideshares. If something happens, people need the record, not guesses.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against trackers and panic apps. The category is Prevent, Detect, Preserve, Escalate, Reconstruct.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verbs. Every protected session writes an original, encrypted Guardian Capsule.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 sentence: authorize a session with a check-in time. Guardian records facts and follows the user’s protocol. It does not decide danger.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Capsule holds breadcrumbs, check-ins, notes, and integrity hashes. Language is observed event — never a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Circle and protocol. Missed check-ins escalate only as the user authorized, including dead-man evidence escrow.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Covert layer: PIN, phrase, gesture; decoy calculator; escrow if the user cannot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tagline. Call to action: start a Guardian Session. Write your protocol. Keep the record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GuardianOS — Campaign briefing</dc:title>
  <dc:subject>Stay protected. Preserve the truth.</dc:subject>
  <dc:creator>GuardianOS</dc:creator>
  <cp:keywords>GuardianOS, safety, evidence, capsule, campaign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